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44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cycle through local farming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37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slide for the SIKAP collaboration mock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2860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Observe: Where does irrigation water go after a sunny day?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77240" y="32004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Discuss: How do evaporation and rainfall affect the rice field?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77240" y="41148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Apply: Draw the water cycle using examples from your community.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mock - sample content; not an official curriculum guide.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Water cycle through local farming</dc:title>
  <dc:subject>Sample package for upload and preview testing</dc:subject>
  <dc:creator>Project SIKAP local mock</dc:creator>
  <cp:lastModifiedBy>Project SIKAP local mock</cp:lastModifiedBy>
  <cp:revision>1</cp:revision>
  <dcterms:created xsi:type="dcterms:W3CDTF">2026-10-24T05:17:02Z</dcterms:created>
  <dcterms:modified xsi:type="dcterms:W3CDTF">2026-10-24T05:17:02Z</dcterms:modified>
</cp:coreProperties>
</file>